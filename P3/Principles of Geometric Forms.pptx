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6d987c502a83911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6d987c502a83911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d987c502a83911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d987c502a83911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549575"/>
            <a:ext cx="6347700" cy="175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K">
                <a:latin typeface="EB Garamond"/>
                <a:ea typeface="EB Garamond"/>
                <a:cs typeface="EB Garamond"/>
                <a:sym typeface="EB Garamond"/>
              </a:rPr>
              <a:t>Principles of Geometric Forms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6" name="Google Shape;86;p13"/>
          <p:cNvSpPr/>
          <p:nvPr/>
        </p:nvSpPr>
        <p:spPr>
          <a:xfrm rot="5400000">
            <a:off x="-523200" y="634025"/>
            <a:ext cx="1937700" cy="1722600"/>
          </a:xfrm>
          <a:prstGeom prst="mathMinus">
            <a:avLst>
              <a:gd fmla="val 4167" name="adj1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3"/>
          <p:cNvSpPr txBox="1"/>
          <p:nvPr/>
        </p:nvSpPr>
        <p:spPr>
          <a:xfrm flipH="1">
            <a:off x="5601850" y="4336607"/>
            <a:ext cx="35421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Minahil Qazi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Department of Architecture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90250" y="212425"/>
            <a:ext cx="5618700" cy="13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K">
                <a:latin typeface="EB Garamond"/>
                <a:ea typeface="EB Garamond"/>
                <a:cs typeface="EB Garamond"/>
                <a:sym typeface="EB Garamond"/>
              </a:rPr>
              <a:t>Introduction to Platonic Solids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3" name="Google Shape;93;p14"/>
          <p:cNvSpPr/>
          <p:nvPr/>
        </p:nvSpPr>
        <p:spPr>
          <a:xfrm rot="5400000">
            <a:off x="-506425" y="44875"/>
            <a:ext cx="1798200" cy="1616100"/>
          </a:xfrm>
          <a:prstGeom prst="mathMinus">
            <a:avLst>
              <a:gd fmla="val 6271" name="adj1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17650" y="1948875"/>
            <a:ext cx="5618700" cy="29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•Basic three-dimensional geometric forms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•All faces are identical and evenly arranged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•Each corner connects the same number of faces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•Known for symmetry, balance, and order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•Used in design to study form and spatial structure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6350" y="1752025"/>
            <a:ext cx="3140350" cy="29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265500" y="240150"/>
            <a:ext cx="3837000" cy="12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K" sz="3600">
                <a:latin typeface="EB Garamond"/>
                <a:ea typeface="EB Garamond"/>
                <a:cs typeface="EB Garamond"/>
                <a:sym typeface="EB Garamond"/>
              </a:rPr>
              <a:t>Types of Platonic Solids </a:t>
            </a:r>
            <a:endParaRPr b="1" sz="3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265500" y="1509450"/>
            <a:ext cx="4045200" cy="3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K" sz="9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Tetrahedron:</a:t>
            </a:r>
            <a:endParaRPr b="1" sz="900" u="sng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by 4 triangular faces; the simplest and most basic solid.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K" sz="9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Cube (Hexahedron):</a:t>
            </a:r>
            <a:endParaRPr b="1" sz="900" u="sng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Made of 6 square faces; represents stability and balance.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K" sz="9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Octahedron</a:t>
            </a:r>
            <a:r>
              <a:rPr lang="en-PK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Consists of 8 triangular faces; a symmetrical and evenly distributed form.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K" sz="9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Dodecahedron</a:t>
            </a:r>
            <a:r>
              <a:rPr lang="en-PK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Composed of 12 pentagonal faces; complex yet highly ordered.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K" sz="9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Icosahedron</a:t>
            </a:r>
            <a:r>
              <a:rPr lang="en-PK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 20 triangular faces; known for its smooth and rounded appearance.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 rot="5400000">
            <a:off x="-498675" y="27825"/>
            <a:ext cx="1745700" cy="1579200"/>
          </a:xfrm>
          <a:prstGeom prst="mathMinus">
            <a:avLst>
              <a:gd fmla="val 7331" name="adj1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400" y="240150"/>
            <a:ext cx="3837000" cy="46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