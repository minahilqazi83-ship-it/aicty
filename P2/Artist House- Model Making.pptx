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EB Garamond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EBGaramond-italic.fntdata"/><Relationship Id="rId10" Type="http://schemas.openxmlformats.org/officeDocument/2006/relationships/font" Target="fonts/EBGaramond-bold.fntdata"/><Relationship Id="rId12" Type="http://schemas.openxmlformats.org/officeDocument/2006/relationships/font" Target="fonts/EBGaramond-boldItalic.fntdata"/><Relationship Id="rId9" Type="http://schemas.openxmlformats.org/officeDocument/2006/relationships/font" Target="fonts/EBGaramo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6a1ebc805869b86e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6a1ebc805869b86e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6a1ebc805869b86e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6a1ebc805869b86e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3918600" cy="159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EB Garamond"/>
                <a:ea typeface="EB Garamond"/>
                <a:cs typeface="EB Garamond"/>
                <a:sym typeface="EB Garamond"/>
              </a:rPr>
              <a:t>Artist House- Model Making </a:t>
            </a:r>
            <a:endParaRPr b="1" sz="30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300" y="0"/>
            <a:ext cx="49137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 flipH="1" rot="-5400000">
            <a:off x="-371250" y="1162000"/>
            <a:ext cx="1638300" cy="1246800"/>
          </a:xfrm>
          <a:prstGeom prst="mathMinus">
            <a:avLst>
              <a:gd fmla="val 5784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1902700" y="4227600"/>
            <a:ext cx="23277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Presented by:</a:t>
            </a:r>
            <a:endParaRPr b="1"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Minahil Qazi</a:t>
            </a:r>
            <a:endParaRPr b="1"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Department of Architecture </a:t>
            </a:r>
            <a:endParaRPr b="1"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0" y="-461825"/>
            <a:ext cx="4045200" cy="14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Model Making 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265500" y="1190850"/>
            <a:ext cx="4045200" cy="28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 making is a way to translate architectural ideas into a physical form.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It helps visualize spaces, levels, and movement before actual construction.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Through scale and form, the model shows how light, openness, and circulation work together.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 flipH="1" rot="5400000">
            <a:off x="-318650" y="-143050"/>
            <a:ext cx="1237800" cy="1431300"/>
          </a:xfrm>
          <a:prstGeom prst="mathMinus">
            <a:avLst>
              <a:gd fmla="val 5798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-46300"/>
            <a:ext cx="3009125" cy="241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8825" y="2525450"/>
            <a:ext cx="3445176" cy="261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 flipH="1">
            <a:off x="0" y="150300"/>
            <a:ext cx="4310700" cy="123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EB Garamond"/>
                <a:ea typeface="EB Garamond"/>
                <a:cs typeface="EB Garamond"/>
                <a:sym typeface="EB Garamond"/>
              </a:rPr>
              <a:t>Ar</a:t>
            </a:r>
            <a:r>
              <a:rPr b="1" lang="en" sz="3000">
                <a:latin typeface="EB Garamond"/>
                <a:ea typeface="EB Garamond"/>
                <a:cs typeface="EB Garamond"/>
                <a:sym typeface="EB Garamond"/>
              </a:rPr>
              <a:t>tist House- Spatial Organization </a:t>
            </a:r>
            <a:endParaRPr b="1" sz="3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2" name="Google Shape;72;p15"/>
          <p:cNvSpPr/>
          <p:nvPr/>
        </p:nvSpPr>
        <p:spPr>
          <a:xfrm rot="5400000">
            <a:off x="-272625" y="41475"/>
            <a:ext cx="1228500" cy="1515000"/>
          </a:xfrm>
          <a:prstGeom prst="mathMinus">
            <a:avLst>
              <a:gd fmla="val 6055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975" y="184725"/>
            <a:ext cx="3935825" cy="4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265500" y="1413225"/>
            <a:ext cx="4045200" cy="3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space is designed according to my Artist “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Anna Molka Ahmed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”.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model represents a multi-level artist house with open and connected spaces.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Arches and apertures are used to allow light and visual continuity between levels.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design focuses on openness, reflecting an artist’s need for movement and interaction.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Vertical circulation is shown through internal stairs, connecting private and semi-private zones.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absence of furniture keeps the focus on pure space and form.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